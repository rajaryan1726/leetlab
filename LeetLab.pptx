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Lora"/>
      <p:regular r:id="rId21"/>
    </p:embeddedFont>
    <p:embeddedFont>
      <p:font typeface="Source Sans 3"/>
      <p:regular r:id="rId22"/>
    </p:embeddedFont>
    <p:embeddedFont>
      <p:font typeface="Source Sans 3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9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svg"/><Relationship Id="rId16" Type="http://schemas.openxmlformats.org/officeDocument/2006/relationships/slideLayout" Target="../slideLayouts/slideLayout12.xml"/><Relationship Id="rId1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78058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LeetLab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580328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AI-Powered Coding &amp; Interview Preparation Platform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324124" y="506587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862" y="1126093"/>
            <a:ext cx="4079796" cy="509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6862" y="1824395"/>
            <a:ext cx="7930277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LeetLab is a </a:t>
            </a:r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full-stack AI platform</a:t>
            </a:r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designed to help students and developers prepare for technical interviews. The platform combines AI-powered resume analysis, mock interview simulation, online coding practice with a built-in code judge, and intelligent code analysis—all in one unified system.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6862" y="2682835"/>
            <a:ext cx="7930277" cy="915948"/>
          </a:xfrm>
          <a:prstGeom prst="roundRect">
            <a:avLst>
              <a:gd name="adj" fmla="val 2840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780217" y="2856190"/>
            <a:ext cx="2039898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Resume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0217" y="3186351"/>
            <a:ext cx="7583567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 insights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6862" y="3724275"/>
            <a:ext cx="7930277" cy="915948"/>
          </a:xfrm>
          <a:prstGeom prst="roundRect">
            <a:avLst>
              <a:gd name="adj" fmla="val 2840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780217" y="3897630"/>
            <a:ext cx="2039898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Mock Interviews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0217" y="4227790"/>
            <a:ext cx="7583567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evaluation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6862" y="4765715"/>
            <a:ext cx="7930277" cy="915948"/>
          </a:xfrm>
          <a:prstGeom prst="roundRect">
            <a:avLst>
              <a:gd name="adj" fmla="val 2840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780217" y="4939070"/>
            <a:ext cx="2039898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Code Judge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0217" y="5269230"/>
            <a:ext cx="7583567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execution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06862" y="5807154"/>
            <a:ext cx="7930277" cy="915948"/>
          </a:xfrm>
          <a:prstGeom prst="roundRect">
            <a:avLst>
              <a:gd name="adj" fmla="val 2840"/>
            </a:avLst>
          </a:prstGeom>
          <a:solidFill>
            <a:srgbClr val="444752"/>
          </a:solidFill>
          <a:ln/>
        </p:spPr>
      </p:sp>
      <p:sp>
        <p:nvSpPr>
          <p:cNvPr id="15" name="Text 12"/>
          <p:cNvSpPr/>
          <p:nvPr/>
        </p:nvSpPr>
        <p:spPr>
          <a:xfrm>
            <a:off x="780217" y="5980509"/>
            <a:ext cx="2039898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Review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80217" y="6310670"/>
            <a:ext cx="7583567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Quality feedback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06862" y="6864310"/>
            <a:ext cx="7930277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Powered by React · Node.js · FastAPI · MongoDB · Groq · Judge0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56348"/>
            <a:ext cx="57832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Platform Features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2439114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5336" y="243911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Resume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35336" y="2934653"/>
            <a:ext cx="54302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DistilBERT analyzes resumes using advanced NLP techniques to predict job category, extract skills, and provide confidence scores with actionable improvement suggestions.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743" y="2439114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2355" y="2439114"/>
            <a:ext cx="306407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Mock Interview System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62355" y="2934653"/>
            <a:ext cx="54303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 interviewer asks 6 technical questions, evaluates responses in real-time, and generates comprehensive scorecards with communication, technical, and confidence metrics.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724" y="4945499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35336" y="494549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Online Code Judge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735336" y="5441037"/>
            <a:ext cx="54302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Browser-based coding environment powered by Monaco Editor supports JavaScript, Python, and Java with instant execution in secure sandbox containers.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4743" y="4945499"/>
            <a:ext cx="598408" cy="598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62355" y="494549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Code Review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62355" y="5441037"/>
            <a:ext cx="54303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Groq LLaMA analyzes code quality, identifies optimization opportunities, suggests best practices, and provides detailed feedback on efficiency and readability.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9712" y="680442"/>
            <a:ext cx="5266730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69712" y="1652707"/>
            <a:ext cx="7577376" cy="1317188"/>
          </a:xfrm>
          <a:prstGeom prst="roundRect">
            <a:avLst>
              <a:gd name="adj" fmla="val 11107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232" y="1652707"/>
            <a:ext cx="121920" cy="13171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5351" y="1906905"/>
            <a:ext cx="263330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6615351" y="2361605"/>
            <a:ext cx="6977539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⚛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React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🎨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TailwindCSS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📝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Monaco Editor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⚡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Vite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📦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Zustand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69712" y="3179088"/>
            <a:ext cx="7577376" cy="1317188"/>
          </a:xfrm>
          <a:prstGeom prst="roundRect">
            <a:avLst>
              <a:gd name="adj" fmla="val 11107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232" y="3179088"/>
            <a:ext cx="121920" cy="13171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5351" y="3433286"/>
            <a:ext cx="263330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6615351" y="3887986"/>
            <a:ext cx="6977539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🟢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Node.js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🚀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Express.js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🍃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MongoDB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🔐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JWT Authentication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69712" y="4705469"/>
            <a:ext cx="7577376" cy="1317188"/>
          </a:xfrm>
          <a:prstGeom prst="roundRect">
            <a:avLst>
              <a:gd name="adj" fmla="val 11107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32" y="4705469"/>
            <a:ext cx="121920" cy="13171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5351" y="4959668"/>
            <a:ext cx="2778681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&amp; Machine Learning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6615351" y="5414367"/>
            <a:ext cx="6977539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🐍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Python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⚡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FastAPI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📊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DistilBERT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🤖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Groq LLaMA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6269712" y="6231850"/>
            <a:ext cx="7577376" cy="1317188"/>
          </a:xfrm>
          <a:prstGeom prst="roundRect">
            <a:avLst>
              <a:gd name="adj" fmla="val 11107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232" y="6231850"/>
            <a:ext cx="121920" cy="13171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5351" y="6486049"/>
            <a:ext cx="263330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External Services</a:t>
            </a:r>
            <a:endParaRPr lang="en-US" sz="2050" dirty="0"/>
          </a:p>
        </p:txBody>
      </p:sp>
      <p:sp>
        <p:nvSpPr>
          <p:cNvPr id="19" name="Text 12"/>
          <p:cNvSpPr/>
          <p:nvPr/>
        </p:nvSpPr>
        <p:spPr>
          <a:xfrm>
            <a:off x="6615351" y="6940748"/>
            <a:ext cx="6977539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🔷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Judge0 Code Execution • 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☁️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Cloudinary Storage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49473" y="415647"/>
            <a:ext cx="3525798" cy="44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4903" y="1043821"/>
            <a:ext cx="6660475" cy="5287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07900" y="3277498"/>
            <a:ext cx="1196940" cy="772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Three-tier Architecture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885377" y="1600536"/>
            <a:ext cx="1780661" cy="25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Browser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885377" y="1935806"/>
            <a:ext cx="1780661" cy="35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app with Monaco Editor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17357" y="1600536"/>
            <a:ext cx="1780660" cy="25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Cloudinary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17357" y="1935806"/>
            <a:ext cx="1780660" cy="35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Media storage and delivery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17357" y="5074580"/>
            <a:ext cx="1780660" cy="25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Groq API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17357" y="5409850"/>
            <a:ext cx="1780660" cy="35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External vector store service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885377" y="5074580"/>
            <a:ext cx="1780661" cy="25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FastAPI ML Server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85377" y="5409850"/>
            <a:ext cx="1780661" cy="35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inference and embeddings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527638" y="3313230"/>
            <a:ext cx="1819586" cy="25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Node.js Backend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27638" y="3648500"/>
            <a:ext cx="1819586" cy="35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Auth, routing, orchestration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265366" y="3322961"/>
            <a:ext cx="1819585" cy="25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Judge0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65366" y="3658232"/>
            <a:ext cx="1819585" cy="35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execution and evaluation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449473" y="6530221"/>
            <a:ext cx="1762839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 Layer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2449473" y="6844308"/>
            <a:ext cx="2999780" cy="584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application running on port 5173 with Monaco Editor for code input and real-time UI updates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822394" y="6530221"/>
            <a:ext cx="1762839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Layer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822394" y="6844308"/>
            <a:ext cx="2999780" cy="584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 server on port 3000 handling authentication, API routing, and request orchestration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195316" y="6530221"/>
            <a:ext cx="1762839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ML Server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195316" y="6844308"/>
            <a:ext cx="2999780" cy="389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 service on port 8000 running DistilBERT model and Groq integration for AI processing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449473" y="7618928"/>
            <a:ext cx="9731454" cy="19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External services include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Groq API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AI responses,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Judge0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secure code execution sandbox, and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Cloudinary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resume storage and retrieval.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7692" y="853202"/>
            <a:ext cx="4186476" cy="52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Resume Analysis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692" y="1640919"/>
            <a:ext cx="5777389" cy="7116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5572" y="2484715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Upload PDF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15572" y="2825591"/>
            <a:ext cx="542163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submits resume document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81" y="1640919"/>
            <a:ext cx="5777508" cy="7116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2960" y="2484715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Text Extraction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92960" y="2825591"/>
            <a:ext cx="542174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pdf-parse library processes content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692" y="3251478"/>
            <a:ext cx="5777389" cy="7116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15572" y="4095274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Prediction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715572" y="4436150"/>
            <a:ext cx="542163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DistilBERT classifies job category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81" y="3251478"/>
            <a:ext cx="5777508" cy="7116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2960" y="4095274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Feedback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492960" y="4436150"/>
            <a:ext cx="542174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Groq LLaMA generates insights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692" y="5105221"/>
            <a:ext cx="88940" cy="889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58791" y="5010745"/>
            <a:ext cx="2473285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Resume score calculation</a:t>
            </a:r>
            <a:endParaRPr lang="en-US" sz="16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7692" y="5631240"/>
            <a:ext cx="88940" cy="889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758791" y="5536763"/>
            <a:ext cx="2426613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Automatic skill detection</a:t>
            </a:r>
            <a:endParaRPr lang="en-US" sz="16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7692" y="6157258"/>
            <a:ext cx="88940" cy="8894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758791" y="6062782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Weakness analysis</a:t>
            </a:r>
            <a:endParaRPr lang="en-US" sz="16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7692" y="6683276"/>
            <a:ext cx="88940" cy="8894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758791" y="6588800"/>
            <a:ext cx="2997637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keyword identification</a:t>
            </a:r>
            <a:endParaRPr lang="en-US" sz="16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7692" y="7209294"/>
            <a:ext cx="88940" cy="8894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758791" y="7114818"/>
            <a:ext cx="3807381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improvement suggestions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0027" y="463868"/>
            <a:ext cx="4036814" cy="470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Online Code Execution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120027" y="2306003"/>
            <a:ext cx="1882259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2120027" y="2648188"/>
            <a:ext cx="6617018" cy="640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write code directly in the browser using </a:t>
            </a:r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Monaco Editor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the same engine powering Visual Studio Code. The platform supports JavaScript, Python, and Java with syntax highlighting and intelligent code completion.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120027" y="3395543"/>
            <a:ext cx="1882259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Execution Flow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120027" y="3737729"/>
            <a:ext cx="6617018" cy="96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writes code in Monaco Editor</a:t>
            </a:r>
            <a:endParaRPr lang="en-US" sz="1250" dirty="0"/>
          </a:p>
          <a:p>
            <a:pPr algn="l" marL="342900" indent="-342900">
              <a:lnSpc>
                <a:spcPts val="165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Request sent to Node.js backend</a:t>
            </a:r>
            <a:endParaRPr lang="en-US" sz="1250" dirty="0"/>
          </a:p>
          <a:p>
            <a:pPr algn="l" marL="342900" indent="-342900">
              <a:lnSpc>
                <a:spcPts val="165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Judge0 executes in sandbox container</a:t>
            </a:r>
            <a:endParaRPr lang="en-US" sz="1250" dirty="0"/>
          </a:p>
          <a:p>
            <a:pPr algn="l" marL="342900" indent="-342900">
              <a:lnSpc>
                <a:spcPts val="1650"/>
              </a:lnSpc>
              <a:buSzPct val="100000"/>
              <a:buFont typeface="+mj-lt"/>
              <a:buAutoNum type="arabicPeriod" startAt="4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 metrics returned to UI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951" y="1215033"/>
            <a:ext cx="3382804" cy="45103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20027" y="6072783"/>
            <a:ext cx="1900833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Supported Languages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2120027" y="6428303"/>
            <a:ext cx="2446496" cy="555069"/>
          </a:xfrm>
          <a:prstGeom prst="roundRect">
            <a:avLst>
              <a:gd name="adj" fmla="val 69179"/>
            </a:avLst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2279928" y="6588204"/>
            <a:ext cx="1882259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JavaScript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673441" y="6428303"/>
            <a:ext cx="2446496" cy="555069"/>
          </a:xfrm>
          <a:prstGeom prst="roundRect">
            <a:avLst>
              <a:gd name="adj" fmla="val 69179"/>
            </a:avLst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4833342" y="6588204"/>
            <a:ext cx="1882259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120027" y="7090291"/>
            <a:ext cx="4999911" cy="555069"/>
          </a:xfrm>
          <a:prstGeom prst="roundRect">
            <a:avLst>
              <a:gd name="adj" fmla="val 69179"/>
            </a:avLst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2279928" y="7250192"/>
            <a:ext cx="1882259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517844" y="6072783"/>
            <a:ext cx="1882259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Execution Metrics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517844" y="6414968"/>
            <a:ext cx="4999911" cy="96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stdout</a:t>
            </a:r>
            <a:endParaRPr lang="en-US" sz="12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stderr</a:t>
            </a:r>
            <a:endParaRPr lang="en-US" sz="12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Execution Time</a:t>
            </a:r>
            <a:endParaRPr lang="en-US" sz="12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Memory Usage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5596" y="1033701"/>
            <a:ext cx="4942284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Online Code Execution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55596" y="1673781"/>
            <a:ext cx="5352693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 &amp; Scalable Environment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55596" y="2374821"/>
            <a:ext cx="12719090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LeetLab leverages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Judge0's powerful engine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ensure all code executions are performed within a highly secure and isolated environment. This guarantees both the integrity of user submissions and the stability of the platform.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55596" y="3418403"/>
            <a:ext cx="6279475" cy="1661755"/>
          </a:xfrm>
          <a:prstGeom prst="roundRect">
            <a:avLst>
              <a:gd name="adj" fmla="val 6603"/>
            </a:avLst>
          </a:prstGeom>
          <a:solidFill>
            <a:srgbClr val="2528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96" y="3395543"/>
            <a:ext cx="6279475" cy="914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547" y="3124676"/>
            <a:ext cx="587454" cy="58745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7759" y="3300889"/>
            <a:ext cx="234910" cy="2349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74194" y="3907988"/>
            <a:ext cx="230409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Isolated Sandboxes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174194" y="4291965"/>
            <a:ext cx="5842278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runs in dedicated containers, preventing access to the host system and protecting against malicious code execution.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7395210" y="3418403"/>
            <a:ext cx="6279475" cy="1661755"/>
          </a:xfrm>
          <a:prstGeom prst="roundRect">
            <a:avLst>
              <a:gd name="adj" fmla="val 6603"/>
            </a:avLst>
          </a:prstGeom>
          <a:solidFill>
            <a:srgbClr val="252833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5210" y="3395543"/>
            <a:ext cx="6279475" cy="9144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161" y="3124676"/>
            <a:ext cx="587454" cy="587454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17373" y="3300889"/>
            <a:ext cx="234910" cy="23491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613809" y="3907988"/>
            <a:ext cx="230409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Resource Guardrails</a:t>
            </a:r>
            <a:endParaRPr lang="en-US" sz="1800" dirty="0"/>
          </a:p>
        </p:txBody>
      </p:sp>
      <p:sp>
        <p:nvSpPr>
          <p:cNvPr id="16" name="Text 8"/>
          <p:cNvSpPr/>
          <p:nvPr/>
        </p:nvSpPr>
        <p:spPr>
          <a:xfrm>
            <a:off x="7613809" y="4291965"/>
            <a:ext cx="5842278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Strict limits on CPU, memory, and execution time prevent abuse and ensure fair resource allocation for all users.</a:t>
            </a:r>
            <a:endParaRPr lang="en-US" sz="1500" dirty="0"/>
          </a:p>
        </p:txBody>
      </p:sp>
      <p:sp>
        <p:nvSpPr>
          <p:cNvPr id="17" name="Shape 9"/>
          <p:cNvSpPr/>
          <p:nvPr/>
        </p:nvSpPr>
        <p:spPr>
          <a:xfrm>
            <a:off x="955596" y="5534025"/>
            <a:ext cx="6279475" cy="1661755"/>
          </a:xfrm>
          <a:prstGeom prst="roundRect">
            <a:avLst>
              <a:gd name="adj" fmla="val 6603"/>
            </a:avLst>
          </a:prstGeom>
          <a:solidFill>
            <a:srgbClr val="252833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96" y="5511165"/>
            <a:ext cx="6279475" cy="9144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1547" y="5240298"/>
            <a:ext cx="587454" cy="587454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77759" y="5416510"/>
            <a:ext cx="234910" cy="23491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174194" y="6023610"/>
            <a:ext cx="263294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Multi-Language Support</a:t>
            </a:r>
            <a:endParaRPr lang="en-US" sz="1800" dirty="0"/>
          </a:p>
        </p:txBody>
      </p:sp>
      <p:sp>
        <p:nvSpPr>
          <p:cNvPr id="22" name="Text 11"/>
          <p:cNvSpPr/>
          <p:nvPr/>
        </p:nvSpPr>
        <p:spPr>
          <a:xfrm>
            <a:off x="1174194" y="6407587"/>
            <a:ext cx="5842278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 execution across JavaScript, Python, and Java, providing a reliable testing ground for diverse programming challenges.</a:t>
            </a:r>
            <a:endParaRPr lang="en-US" sz="1500" dirty="0"/>
          </a:p>
        </p:txBody>
      </p:sp>
      <p:sp>
        <p:nvSpPr>
          <p:cNvPr id="23" name="Shape 12"/>
          <p:cNvSpPr/>
          <p:nvPr/>
        </p:nvSpPr>
        <p:spPr>
          <a:xfrm>
            <a:off x="7395210" y="5534025"/>
            <a:ext cx="6279475" cy="1661755"/>
          </a:xfrm>
          <a:prstGeom prst="roundRect">
            <a:avLst>
              <a:gd name="adj" fmla="val 6603"/>
            </a:avLst>
          </a:prstGeom>
          <a:solidFill>
            <a:srgbClr val="252833"/>
          </a:solidFill>
          <a:ln/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95210" y="5511165"/>
            <a:ext cx="6279475" cy="91440"/>
          </a:xfrm>
          <a:prstGeom prst="rect">
            <a:avLst/>
          </a:prstGeom>
        </p:spPr>
      </p:pic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1161" y="5240298"/>
            <a:ext cx="587454" cy="587454"/>
          </a:xfrm>
          <a:prstGeom prst="rect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17373" y="5416510"/>
            <a:ext cx="234910" cy="23491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7613809" y="6023610"/>
            <a:ext cx="230409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Rapid Execution</a:t>
            </a:r>
            <a:endParaRPr lang="en-US" sz="1800" dirty="0"/>
          </a:p>
        </p:txBody>
      </p:sp>
      <p:sp>
        <p:nvSpPr>
          <p:cNvPr id="28" name="Text 14"/>
          <p:cNvSpPr/>
          <p:nvPr/>
        </p:nvSpPr>
        <p:spPr>
          <a:xfrm>
            <a:off x="7613809" y="6407587"/>
            <a:ext cx="5842278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Optimized compilation and execution deliver near real-time feedback, crucial for an engaging and efficient coding experience.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569" y="674489"/>
            <a:ext cx="2827972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Mock Interview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532703" y="1328737"/>
            <a:ext cx="120134" cy="540663"/>
          </a:xfrm>
          <a:prstGeom prst="roundRect">
            <a:avLst>
              <a:gd name="adj" fmla="val 15007"/>
            </a:avLst>
          </a:prstGeom>
          <a:solidFill>
            <a:srgbClr val="444752"/>
          </a:solidFill>
          <a:ln/>
        </p:spPr>
      </p:sp>
      <p:sp>
        <p:nvSpPr>
          <p:cNvPr id="4" name="Shape 2"/>
          <p:cNvSpPr/>
          <p:nvPr/>
        </p:nvSpPr>
        <p:spPr>
          <a:xfrm>
            <a:off x="3412569" y="1249799"/>
            <a:ext cx="360521" cy="360521"/>
          </a:xfrm>
          <a:prstGeom prst="roundRect">
            <a:avLst>
              <a:gd name="adj" fmla="val 126816"/>
            </a:avLst>
          </a:prstGeom>
          <a:solidFill>
            <a:srgbClr val="4447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2700" y="1339929"/>
            <a:ext cx="180261" cy="1802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33336" y="1268611"/>
            <a:ext cx="141398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 Interview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33336" y="1481614"/>
            <a:ext cx="7384494" cy="14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initiates mock interview session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712964" y="2110026"/>
            <a:ext cx="120134" cy="540663"/>
          </a:xfrm>
          <a:prstGeom prst="roundRect">
            <a:avLst>
              <a:gd name="adj" fmla="val 15007"/>
            </a:avLst>
          </a:prstGeom>
          <a:solidFill>
            <a:srgbClr val="444752"/>
          </a:solidFill>
          <a:ln/>
        </p:spPr>
      </p:sp>
      <p:sp>
        <p:nvSpPr>
          <p:cNvPr id="9" name="Shape 6"/>
          <p:cNvSpPr/>
          <p:nvPr/>
        </p:nvSpPr>
        <p:spPr>
          <a:xfrm>
            <a:off x="3592830" y="2031087"/>
            <a:ext cx="360521" cy="360521"/>
          </a:xfrm>
          <a:prstGeom prst="roundRect">
            <a:avLst>
              <a:gd name="adj" fmla="val 126816"/>
            </a:avLst>
          </a:prstGeom>
          <a:solidFill>
            <a:srgbClr val="4447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2960" y="2121218"/>
            <a:ext cx="180261" cy="1802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13597" y="2049899"/>
            <a:ext cx="141398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Greeting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013597" y="2262902"/>
            <a:ext cx="7204234" cy="14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greets candidate and sets context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893225" y="2891314"/>
            <a:ext cx="120134" cy="540663"/>
          </a:xfrm>
          <a:prstGeom prst="roundRect">
            <a:avLst>
              <a:gd name="adj" fmla="val 15007"/>
            </a:avLst>
          </a:prstGeom>
          <a:solidFill>
            <a:srgbClr val="444752"/>
          </a:solidFill>
          <a:ln/>
        </p:spPr>
      </p:sp>
      <p:sp>
        <p:nvSpPr>
          <p:cNvPr id="14" name="Shape 10"/>
          <p:cNvSpPr/>
          <p:nvPr/>
        </p:nvSpPr>
        <p:spPr>
          <a:xfrm>
            <a:off x="3773091" y="2812375"/>
            <a:ext cx="360521" cy="360521"/>
          </a:xfrm>
          <a:prstGeom prst="roundRect">
            <a:avLst>
              <a:gd name="adj" fmla="val 126816"/>
            </a:avLst>
          </a:prstGeom>
          <a:solidFill>
            <a:srgbClr val="44475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3221" y="2902506"/>
            <a:ext cx="180261" cy="1802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93857" y="2831187"/>
            <a:ext cx="141398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 Questions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193857" y="3044190"/>
            <a:ext cx="7023973" cy="14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creates 6 technical interview questions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073485" y="3672602"/>
            <a:ext cx="120134" cy="540663"/>
          </a:xfrm>
          <a:prstGeom prst="roundRect">
            <a:avLst>
              <a:gd name="adj" fmla="val 15007"/>
            </a:avLst>
          </a:prstGeom>
          <a:solidFill>
            <a:srgbClr val="444752"/>
          </a:solidFill>
          <a:ln/>
        </p:spPr>
      </p:sp>
      <p:sp>
        <p:nvSpPr>
          <p:cNvPr id="19" name="Shape 14"/>
          <p:cNvSpPr/>
          <p:nvPr/>
        </p:nvSpPr>
        <p:spPr>
          <a:xfrm>
            <a:off x="3953351" y="3593663"/>
            <a:ext cx="360521" cy="360521"/>
          </a:xfrm>
          <a:prstGeom prst="roundRect">
            <a:avLst>
              <a:gd name="adj" fmla="val 126816"/>
            </a:avLst>
          </a:prstGeom>
          <a:solidFill>
            <a:srgbClr val="44475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43482" y="3683794"/>
            <a:ext cx="180261" cy="1802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74118" y="3612475"/>
            <a:ext cx="141398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Response Analysis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374118" y="3825478"/>
            <a:ext cx="6843713" cy="14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answer analyzed in real-time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893225" y="4453890"/>
            <a:ext cx="120134" cy="540663"/>
          </a:xfrm>
          <a:prstGeom prst="roundRect">
            <a:avLst>
              <a:gd name="adj" fmla="val 15007"/>
            </a:avLst>
          </a:prstGeom>
          <a:solidFill>
            <a:srgbClr val="444752"/>
          </a:solidFill>
          <a:ln/>
        </p:spPr>
      </p:sp>
      <p:sp>
        <p:nvSpPr>
          <p:cNvPr id="24" name="Shape 18"/>
          <p:cNvSpPr/>
          <p:nvPr/>
        </p:nvSpPr>
        <p:spPr>
          <a:xfrm>
            <a:off x="3773091" y="4374952"/>
            <a:ext cx="360521" cy="360521"/>
          </a:xfrm>
          <a:prstGeom prst="roundRect">
            <a:avLst>
              <a:gd name="adj" fmla="val 126816"/>
            </a:avLst>
          </a:prstGeom>
          <a:solidFill>
            <a:srgbClr val="44475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3221" y="4465082"/>
            <a:ext cx="180261" cy="1802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193857" y="4393763"/>
            <a:ext cx="141398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193857" y="4606766"/>
            <a:ext cx="7023973" cy="14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evaluation with suggestions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4605695" y="5843707"/>
            <a:ext cx="1478280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85%</a:t>
            </a:r>
            <a:endParaRPr lang="en-US" sz="23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3532" y="5092541"/>
            <a:ext cx="1802844" cy="18028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637961" y="6985635"/>
            <a:ext cx="141398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3412569" y="7198638"/>
            <a:ext cx="3864888" cy="14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Question relevance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8546068" y="5843707"/>
            <a:ext cx="1478280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</a:t>
            </a:r>
            <a:endParaRPr lang="en-US" sz="23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3905" y="5092541"/>
            <a:ext cx="1802844" cy="180284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578334" y="6985635"/>
            <a:ext cx="141398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7352824" y="7198638"/>
            <a:ext cx="3865007" cy="14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 session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3412569" y="7410807"/>
            <a:ext cx="7805261" cy="14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Scorecard includes: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Communication score • Technical score • Confidence score • Detailed improvement suggestions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62557" y="497205"/>
            <a:ext cx="5633323" cy="44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Machine Learning Model Training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362557" y="1722358"/>
            <a:ext cx="1794391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62557" y="2043708"/>
            <a:ext cx="3224927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2,484 resumes analyzed</a:t>
            </a:r>
            <a:endParaRPr lang="en-US" sz="12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24 job categories classified</a:t>
            </a:r>
            <a:endParaRPr lang="en-US" sz="12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Diverse skill sets covered</a:t>
            </a:r>
            <a:endParaRPr lang="en-US" sz="12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Real-world resume formats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62557" y="3041333"/>
            <a:ext cx="1908810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62557" y="3362682"/>
            <a:ext cx="3224927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GPU: Tesla T4 processor</a:t>
            </a:r>
            <a:endParaRPr lang="en-US" sz="12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 training epochs</a:t>
            </a:r>
            <a:endParaRPr lang="en-US" sz="12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Batch size: 16 samples</a:t>
            </a:r>
            <a:endParaRPr lang="en-US" sz="12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DistilBERT fine-tuning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7055" y="1200745"/>
            <a:ext cx="6308169" cy="35207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62557" y="6032302"/>
            <a:ext cx="9905167" cy="22860"/>
          </a:xfrm>
          <a:prstGeom prst="roundRect">
            <a:avLst>
              <a:gd name="adj" fmla="val 100083"/>
            </a:avLst>
          </a:prstGeom>
          <a:solidFill>
            <a:srgbClr val="5D606B"/>
          </a:solidFill>
          <a:ln/>
        </p:spPr>
      </p:sp>
      <p:sp>
        <p:nvSpPr>
          <p:cNvPr id="9" name="Shape 6"/>
          <p:cNvSpPr/>
          <p:nvPr/>
        </p:nvSpPr>
        <p:spPr>
          <a:xfrm>
            <a:off x="4295656" y="5574744"/>
            <a:ext cx="22860" cy="457557"/>
          </a:xfrm>
          <a:prstGeom prst="roundRect">
            <a:avLst>
              <a:gd name="adj" fmla="val 100083"/>
            </a:avLst>
          </a:prstGeom>
          <a:solidFill>
            <a:srgbClr val="5D606B"/>
          </a:solidFill>
          <a:ln/>
        </p:spPr>
      </p:sp>
      <p:sp>
        <p:nvSpPr>
          <p:cNvPr id="10" name="Shape 7"/>
          <p:cNvSpPr/>
          <p:nvPr/>
        </p:nvSpPr>
        <p:spPr>
          <a:xfrm>
            <a:off x="4135517" y="5860733"/>
            <a:ext cx="343138" cy="343138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4199453" y="5897761"/>
            <a:ext cx="21526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409950" y="4940141"/>
            <a:ext cx="1794391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515076" y="5222558"/>
            <a:ext cx="3584138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54%</a:t>
            </a:r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accuracy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0907" y="6032302"/>
            <a:ext cx="22860" cy="457557"/>
          </a:xfrm>
          <a:prstGeom prst="roundRect">
            <a:avLst>
              <a:gd name="adj" fmla="val 100083"/>
            </a:avLst>
          </a:prstGeom>
          <a:solidFill>
            <a:srgbClr val="5D606B"/>
          </a:solidFill>
          <a:ln/>
        </p:spPr>
      </p:sp>
      <p:sp>
        <p:nvSpPr>
          <p:cNvPr id="15" name="Shape 12"/>
          <p:cNvSpPr/>
          <p:nvPr/>
        </p:nvSpPr>
        <p:spPr>
          <a:xfrm>
            <a:off x="6140768" y="5860733"/>
            <a:ext cx="343138" cy="343138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6" name="Text 13"/>
          <p:cNvSpPr/>
          <p:nvPr/>
        </p:nvSpPr>
        <p:spPr>
          <a:xfrm>
            <a:off x="6204704" y="5897761"/>
            <a:ext cx="21526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415201" y="6642378"/>
            <a:ext cx="1794391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Initial Training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20327" y="6924794"/>
            <a:ext cx="3584138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79%</a:t>
            </a:r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accuracy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306276" y="5574744"/>
            <a:ext cx="22860" cy="457557"/>
          </a:xfrm>
          <a:prstGeom prst="roundRect">
            <a:avLst>
              <a:gd name="adj" fmla="val 100083"/>
            </a:avLst>
          </a:prstGeom>
          <a:solidFill>
            <a:srgbClr val="5D606B"/>
          </a:solidFill>
          <a:ln/>
        </p:spPr>
      </p:sp>
      <p:sp>
        <p:nvSpPr>
          <p:cNvPr id="20" name="Shape 17"/>
          <p:cNvSpPr/>
          <p:nvPr/>
        </p:nvSpPr>
        <p:spPr>
          <a:xfrm>
            <a:off x="8146137" y="5860733"/>
            <a:ext cx="343138" cy="343138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21" name="Text 18"/>
          <p:cNvSpPr/>
          <p:nvPr/>
        </p:nvSpPr>
        <p:spPr>
          <a:xfrm>
            <a:off x="8210074" y="5897761"/>
            <a:ext cx="21526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7420570" y="4940141"/>
            <a:ext cx="1794391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25697" y="5222558"/>
            <a:ext cx="3584138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84%</a:t>
            </a:r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accuracy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311527" y="6032302"/>
            <a:ext cx="22860" cy="457557"/>
          </a:xfrm>
          <a:prstGeom prst="roundRect">
            <a:avLst>
              <a:gd name="adj" fmla="val 100083"/>
            </a:avLst>
          </a:prstGeom>
          <a:solidFill>
            <a:srgbClr val="5D606B"/>
          </a:solidFill>
          <a:ln/>
        </p:spPr>
      </p:sp>
      <p:sp>
        <p:nvSpPr>
          <p:cNvPr id="25" name="Shape 22"/>
          <p:cNvSpPr/>
          <p:nvPr/>
        </p:nvSpPr>
        <p:spPr>
          <a:xfrm>
            <a:off x="10151388" y="5860733"/>
            <a:ext cx="343138" cy="343138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26" name="Text 23"/>
          <p:cNvSpPr/>
          <p:nvPr/>
        </p:nvSpPr>
        <p:spPr>
          <a:xfrm>
            <a:off x="10215324" y="5897761"/>
            <a:ext cx="21526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9425821" y="6642378"/>
            <a:ext cx="1794391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Final Model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530947" y="6924794"/>
            <a:ext cx="3584138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85.1%</a:t>
            </a:r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accuracy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362557" y="7233761"/>
            <a:ext cx="9905167" cy="498515"/>
          </a:xfrm>
          <a:prstGeom prst="roundRect">
            <a:avLst>
              <a:gd name="adj" fmla="val 4589"/>
            </a:avLst>
          </a:prstGeom>
          <a:solidFill>
            <a:srgbClr val="49042A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076" y="7435691"/>
            <a:ext cx="190619" cy="152519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858214" y="7369016"/>
            <a:ext cx="9256990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Size: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235MB • </a:t>
            </a:r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Architecture: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DistilBERT fine-tuned on resume dataset • </a:t>
            </a:r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Training Time: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~4 hours on Tesla T4 GPU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3662" y="965002"/>
            <a:ext cx="4088011" cy="51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Plans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73662" y="1728192"/>
            <a:ext cx="3676888" cy="1565553"/>
          </a:xfrm>
          <a:prstGeom prst="roundRect">
            <a:avLst>
              <a:gd name="adj" fmla="val 1665"/>
            </a:avLst>
          </a:prstGeom>
          <a:solidFill>
            <a:srgbClr val="4447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374" y="1901904"/>
            <a:ext cx="521137" cy="52113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0606" y="2045137"/>
            <a:ext cx="234553" cy="234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47374" y="2549128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More Languages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847374" y="2880241"/>
            <a:ext cx="3329464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C++, Go, and Rust support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76637" y="1728192"/>
            <a:ext cx="3677007" cy="1565553"/>
          </a:xfrm>
          <a:prstGeom prst="roundRect">
            <a:avLst>
              <a:gd name="adj" fmla="val 1665"/>
            </a:avLst>
          </a:prstGeom>
          <a:solidFill>
            <a:srgbClr val="44475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349" y="1901904"/>
            <a:ext cx="521137" cy="521137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3581" y="2045137"/>
            <a:ext cx="234553" cy="2345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50349" y="2549128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Voice Interviews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650349" y="2880241"/>
            <a:ext cx="3329583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voice-based mock interviews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9279731" y="1728192"/>
            <a:ext cx="3677007" cy="1565553"/>
          </a:xfrm>
          <a:prstGeom prst="roundRect">
            <a:avLst>
              <a:gd name="adj" fmla="val 1665"/>
            </a:avLst>
          </a:prstGeom>
          <a:solidFill>
            <a:srgbClr val="444752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3443" y="1901904"/>
            <a:ext cx="521137" cy="521137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676" y="2045137"/>
            <a:ext cx="234553" cy="23455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453443" y="2549128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DSA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9453443" y="2880241"/>
            <a:ext cx="3329583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Tailored data structures recommendations</a:t>
            </a:r>
            <a:endParaRPr lang="en-US" sz="1350" dirty="0"/>
          </a:p>
        </p:txBody>
      </p:sp>
      <p:sp>
        <p:nvSpPr>
          <p:cNvPr id="18" name="Shape 10"/>
          <p:cNvSpPr/>
          <p:nvPr/>
        </p:nvSpPr>
        <p:spPr>
          <a:xfrm>
            <a:off x="1673662" y="3419832"/>
            <a:ext cx="5578435" cy="1565553"/>
          </a:xfrm>
          <a:prstGeom prst="roundRect">
            <a:avLst>
              <a:gd name="adj" fmla="val 1665"/>
            </a:avLst>
          </a:prstGeom>
          <a:solidFill>
            <a:srgbClr val="444752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7374" y="3593544"/>
            <a:ext cx="521137" cy="521137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90606" y="3736777"/>
            <a:ext cx="234553" cy="23455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847374" y="4240768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Company Tracks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1847374" y="4571881"/>
            <a:ext cx="5231011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Company-specific interview preparation</a:t>
            </a:r>
            <a:endParaRPr lang="en-US" sz="1350" dirty="0"/>
          </a:p>
        </p:txBody>
      </p:sp>
      <p:sp>
        <p:nvSpPr>
          <p:cNvPr id="23" name="Shape 13"/>
          <p:cNvSpPr/>
          <p:nvPr/>
        </p:nvSpPr>
        <p:spPr>
          <a:xfrm>
            <a:off x="7378184" y="3419832"/>
            <a:ext cx="5578554" cy="1565553"/>
          </a:xfrm>
          <a:prstGeom prst="roundRect">
            <a:avLst>
              <a:gd name="adj" fmla="val 1665"/>
            </a:avLst>
          </a:prstGeom>
          <a:solidFill>
            <a:srgbClr val="444752"/>
          </a:solidFill>
          <a:ln/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1896" y="3593544"/>
            <a:ext cx="521137" cy="521137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95128" y="3736777"/>
            <a:ext cx="234553" cy="234553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551896" y="4240768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Collaborative Coding</a:t>
            </a:r>
            <a:endParaRPr lang="en-US" sz="1600" dirty="0"/>
          </a:p>
        </p:txBody>
      </p:sp>
      <p:sp>
        <p:nvSpPr>
          <p:cNvPr id="27" name="Text 15"/>
          <p:cNvSpPr/>
          <p:nvPr/>
        </p:nvSpPr>
        <p:spPr>
          <a:xfrm>
            <a:off x="7551896" y="4571881"/>
            <a:ext cx="5231130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Pair programming sessions</a:t>
            </a:r>
            <a:endParaRPr lang="en-US" sz="1350" dirty="0"/>
          </a:p>
        </p:txBody>
      </p:sp>
      <p:sp>
        <p:nvSpPr>
          <p:cNvPr id="28" name="Shape 16"/>
          <p:cNvSpPr/>
          <p:nvPr/>
        </p:nvSpPr>
        <p:spPr>
          <a:xfrm>
            <a:off x="1673662" y="5213963"/>
            <a:ext cx="11283077" cy="29289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sp>
        <p:nvSpPr>
          <p:cNvPr id="29" name="Text 17"/>
          <p:cNvSpPr/>
          <p:nvPr/>
        </p:nvSpPr>
        <p:spPr>
          <a:xfrm>
            <a:off x="1673662" y="5432227"/>
            <a:ext cx="8176141" cy="1021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6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0" name="Text 18"/>
          <p:cNvSpPr/>
          <p:nvPr/>
        </p:nvSpPr>
        <p:spPr>
          <a:xfrm>
            <a:off x="1673662" y="6643211"/>
            <a:ext cx="11283077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LeetLab — AI Resume Analysis • Mock Interview • Code Judge</a:t>
            </a:r>
            <a:endParaRPr lang="en-US" sz="1350" dirty="0"/>
          </a:p>
        </p:txBody>
      </p:sp>
      <p:sp>
        <p:nvSpPr>
          <p:cNvPr id="31" name="Text 19"/>
          <p:cNvSpPr/>
          <p:nvPr/>
        </p:nvSpPr>
        <p:spPr>
          <a:xfrm>
            <a:off x="1673662" y="7024807"/>
            <a:ext cx="11283077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github.com/yourusername/leetlab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2026-03-13T13:55:36Z</dcterms:created>
  <dcterms:modified xsi:type="dcterms:W3CDTF">2026-03-13T13:55:36Z</dcterms:modified>
</cp:coreProperties>
</file>